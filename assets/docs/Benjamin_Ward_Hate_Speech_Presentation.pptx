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73" r:id="rId5"/>
    <p:sldId id="272" r:id="rId6"/>
    <p:sldId id="274" r:id="rId7"/>
    <p:sldId id="285" r:id="rId8"/>
    <p:sldId id="278" r:id="rId9"/>
    <p:sldId id="279" r:id="rId10"/>
    <p:sldId id="280" r:id="rId11"/>
    <p:sldId id="281" r:id="rId12"/>
    <p:sldId id="282" r:id="rId13"/>
    <p:sldId id="284" r:id="rId14"/>
    <p:sldId id="277" r:id="rId15"/>
    <p:sldId id="283" r:id="rId16"/>
    <p:sldId id="275" r:id="rId17"/>
    <p:sldId id="276" r:id="rId18"/>
    <p:sldId id="286" r:id="rId19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DBFBBB-0217-4926-97F1-D93D5E08D211}" v="1" dt="2024-04-11T14:34:13.9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08" autoAdjust="0"/>
  </p:normalViewPr>
  <p:slideViewPr>
    <p:cSldViewPr snapToGrid="0">
      <p:cViewPr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Ward" userId="6f04d02f91acd22f" providerId="LiveId" clId="{8EDBFBBB-0217-4926-97F1-D93D5E08D211}"/>
    <pc:docChg chg="undo redo custSel addSld delSld modSld sldOrd">
      <pc:chgData name="Benjamin Ward" userId="6f04d02f91acd22f" providerId="LiveId" clId="{8EDBFBBB-0217-4926-97F1-D93D5E08D211}" dt="2024-04-11T19:09:07.686" v="4297"/>
      <pc:docMkLst>
        <pc:docMk/>
      </pc:docMkLst>
      <pc:sldChg chg="addSp delSp modSp mod setBg modClrScheme setClrOvrMap chgLayout">
        <pc:chgData name="Benjamin Ward" userId="6f04d02f91acd22f" providerId="LiveId" clId="{8EDBFBBB-0217-4926-97F1-D93D5E08D211}" dt="2024-04-11T19:06:04.105" v="4280" actId="26606"/>
        <pc:sldMkLst>
          <pc:docMk/>
          <pc:sldMk cId="960782613" sldId="272"/>
        </pc:sldMkLst>
        <pc:spChg chg="mod">
          <ac:chgData name="Benjamin Ward" userId="6f04d02f91acd22f" providerId="LiveId" clId="{8EDBFBBB-0217-4926-97F1-D93D5E08D211}" dt="2024-04-11T19:06:04.105" v="4280" actId="26606"/>
          <ac:spMkLst>
            <pc:docMk/>
            <pc:sldMk cId="960782613" sldId="272"/>
            <ac:spMk id="2" creationId="{8567DAFB-9973-42DC-88E6-DA49A7B5E20F}"/>
          </ac:spMkLst>
        </pc:spChg>
        <pc:spChg chg="mod">
          <ac:chgData name="Benjamin Ward" userId="6f04d02f91acd22f" providerId="LiveId" clId="{8EDBFBBB-0217-4926-97F1-D93D5E08D211}" dt="2024-04-11T19:06:04.105" v="4280" actId="26606"/>
          <ac:spMkLst>
            <pc:docMk/>
            <pc:sldMk cId="960782613" sldId="272"/>
            <ac:spMk id="5" creationId="{5AF6682A-E6E6-0B03-140C-740A7DF59FCE}"/>
          </ac:spMkLst>
        </pc:spChg>
        <pc:spChg chg="add del">
          <ac:chgData name="Benjamin Ward" userId="6f04d02f91acd22f" providerId="LiveId" clId="{8EDBFBBB-0217-4926-97F1-D93D5E08D211}" dt="2024-04-11T19:06:04.105" v="4280" actId="26606"/>
          <ac:spMkLst>
            <pc:docMk/>
            <pc:sldMk cId="960782613" sldId="272"/>
            <ac:spMk id="16" creationId="{24F3C611-0CF5-45ED-9190-A7A9C19ACAAB}"/>
          </ac:spMkLst>
        </pc:spChg>
        <pc:picChg chg="mod ord">
          <ac:chgData name="Benjamin Ward" userId="6f04d02f91acd22f" providerId="LiveId" clId="{8EDBFBBB-0217-4926-97F1-D93D5E08D211}" dt="2024-04-11T19:06:04.105" v="4280" actId="26606"/>
          <ac:picMkLst>
            <pc:docMk/>
            <pc:sldMk cId="960782613" sldId="272"/>
            <ac:picMk id="4" creationId="{9AE82C51-6401-41AD-B403-D8CC97A70CA8}"/>
          </ac:picMkLst>
        </pc:picChg>
      </pc:sldChg>
      <pc:sldChg chg="modSp mod">
        <pc:chgData name="Benjamin Ward" userId="6f04d02f91acd22f" providerId="LiveId" clId="{8EDBFBBB-0217-4926-97F1-D93D5E08D211}" dt="2024-04-09T18:31:32.427" v="136" actId="20577"/>
        <pc:sldMkLst>
          <pc:docMk/>
          <pc:sldMk cId="1811173779" sldId="273"/>
        </pc:sldMkLst>
        <pc:spChg chg="mod">
          <ac:chgData name="Benjamin Ward" userId="6f04d02f91acd22f" providerId="LiveId" clId="{8EDBFBBB-0217-4926-97F1-D93D5E08D211}" dt="2024-04-09T18:31:32.427" v="136" actId="20577"/>
          <ac:spMkLst>
            <pc:docMk/>
            <pc:sldMk cId="1811173779" sldId="273"/>
            <ac:spMk id="2" creationId="{DDA2022F-1436-49C5-9347-FDDDF4EE8915}"/>
          </ac:spMkLst>
        </pc:spChg>
      </pc:sldChg>
      <pc:sldChg chg="modSp mod ord">
        <pc:chgData name="Benjamin Ward" userId="6f04d02f91acd22f" providerId="LiveId" clId="{8EDBFBBB-0217-4926-97F1-D93D5E08D211}" dt="2024-04-11T19:06:54.453" v="4284" actId="113"/>
        <pc:sldMkLst>
          <pc:docMk/>
          <pc:sldMk cId="994780226" sldId="274"/>
        </pc:sldMkLst>
        <pc:spChg chg="mod">
          <ac:chgData name="Benjamin Ward" userId="6f04d02f91acd22f" providerId="LiveId" clId="{8EDBFBBB-0217-4926-97F1-D93D5E08D211}" dt="2024-04-09T18:40:34.163" v="382" actId="20577"/>
          <ac:spMkLst>
            <pc:docMk/>
            <pc:sldMk cId="994780226" sldId="274"/>
            <ac:spMk id="2" creationId="{8567DAFB-9973-42DC-88E6-DA49A7B5E20F}"/>
          </ac:spMkLst>
        </pc:spChg>
        <pc:spChg chg="mod">
          <ac:chgData name="Benjamin Ward" userId="6f04d02f91acd22f" providerId="LiveId" clId="{8EDBFBBB-0217-4926-97F1-D93D5E08D211}" dt="2024-04-11T19:06:54.453" v="4284" actId="113"/>
          <ac:spMkLst>
            <pc:docMk/>
            <pc:sldMk cId="994780226" sldId="274"/>
            <ac:spMk id="5" creationId="{5AF6682A-E6E6-0B03-140C-740A7DF59FCE}"/>
          </ac:spMkLst>
        </pc:spChg>
      </pc:sldChg>
      <pc:sldChg chg="modSp mod">
        <pc:chgData name="Benjamin Ward" userId="6f04d02f91acd22f" providerId="LiveId" clId="{8EDBFBBB-0217-4926-97F1-D93D5E08D211}" dt="2024-04-11T19:09:07.686" v="4297"/>
        <pc:sldMkLst>
          <pc:docMk/>
          <pc:sldMk cId="420745794" sldId="275"/>
        </pc:sldMkLst>
        <pc:spChg chg="mod">
          <ac:chgData name="Benjamin Ward" userId="6f04d02f91acd22f" providerId="LiveId" clId="{8EDBFBBB-0217-4926-97F1-D93D5E08D211}" dt="2024-04-11T15:44:42.256" v="3088" actId="20577"/>
          <ac:spMkLst>
            <pc:docMk/>
            <pc:sldMk cId="420745794" sldId="275"/>
            <ac:spMk id="2" creationId="{8567DAFB-9973-42DC-88E6-DA49A7B5E20F}"/>
          </ac:spMkLst>
        </pc:spChg>
        <pc:spChg chg="mod">
          <ac:chgData name="Benjamin Ward" userId="6f04d02f91acd22f" providerId="LiveId" clId="{8EDBFBBB-0217-4926-97F1-D93D5E08D211}" dt="2024-04-11T19:09:07.686" v="4297"/>
          <ac:spMkLst>
            <pc:docMk/>
            <pc:sldMk cId="420745794" sldId="275"/>
            <ac:spMk id="5" creationId="{5AF6682A-E6E6-0B03-140C-740A7DF59FCE}"/>
          </ac:spMkLst>
        </pc:spChg>
      </pc:sldChg>
      <pc:sldChg chg="modSp mod">
        <pc:chgData name="Benjamin Ward" userId="6f04d02f91acd22f" providerId="LiveId" clId="{8EDBFBBB-0217-4926-97F1-D93D5E08D211}" dt="2024-04-11T19:05:38.856" v="4278" actId="20577"/>
        <pc:sldMkLst>
          <pc:docMk/>
          <pc:sldMk cId="248587582" sldId="276"/>
        </pc:sldMkLst>
        <pc:spChg chg="mod">
          <ac:chgData name="Benjamin Ward" userId="6f04d02f91acd22f" providerId="LiveId" clId="{8EDBFBBB-0217-4926-97F1-D93D5E08D211}" dt="2024-04-11T19:05:38.856" v="4278" actId="20577"/>
          <ac:spMkLst>
            <pc:docMk/>
            <pc:sldMk cId="248587582" sldId="276"/>
            <ac:spMk id="5" creationId="{5AF6682A-E6E6-0B03-140C-740A7DF59FCE}"/>
          </ac:spMkLst>
        </pc:spChg>
      </pc:sldChg>
      <pc:sldChg chg="new del">
        <pc:chgData name="Benjamin Ward" userId="6f04d02f91acd22f" providerId="LiveId" clId="{8EDBFBBB-0217-4926-97F1-D93D5E08D211}" dt="2024-04-09T18:25:50.202" v="115" actId="680"/>
        <pc:sldMkLst>
          <pc:docMk/>
          <pc:sldMk cId="3401536960" sldId="277"/>
        </pc:sldMkLst>
      </pc:sldChg>
      <pc:sldChg chg="modSp add mod">
        <pc:chgData name="Benjamin Ward" userId="6f04d02f91acd22f" providerId="LiveId" clId="{8EDBFBBB-0217-4926-97F1-D93D5E08D211}" dt="2024-04-11T19:01:21.306" v="4152" actId="113"/>
        <pc:sldMkLst>
          <pc:docMk/>
          <pc:sldMk cId="4051635886" sldId="277"/>
        </pc:sldMkLst>
        <pc:spChg chg="mod">
          <ac:chgData name="Benjamin Ward" userId="6f04d02f91acd22f" providerId="LiveId" clId="{8EDBFBBB-0217-4926-97F1-D93D5E08D211}" dt="2024-04-11T19:01:21.306" v="4152" actId="113"/>
          <ac:spMkLst>
            <pc:docMk/>
            <pc:sldMk cId="4051635886" sldId="277"/>
            <ac:spMk id="5" creationId="{5AF6682A-E6E6-0B03-140C-740A7DF59FCE}"/>
          </ac:spMkLst>
        </pc:spChg>
      </pc:sldChg>
      <pc:sldChg chg="modSp add mod ord">
        <pc:chgData name="Benjamin Ward" userId="6f04d02f91acd22f" providerId="LiveId" clId="{8EDBFBBB-0217-4926-97F1-D93D5E08D211}" dt="2024-04-11T18:56:43.333" v="4078" actId="20577"/>
        <pc:sldMkLst>
          <pc:docMk/>
          <pc:sldMk cId="357762066" sldId="278"/>
        </pc:sldMkLst>
        <pc:spChg chg="mod">
          <ac:chgData name="Benjamin Ward" userId="6f04d02f91acd22f" providerId="LiveId" clId="{8EDBFBBB-0217-4926-97F1-D93D5E08D211}" dt="2024-04-11T18:53:15.613" v="4050" actId="20577"/>
          <ac:spMkLst>
            <pc:docMk/>
            <pc:sldMk cId="357762066" sldId="278"/>
            <ac:spMk id="2" creationId="{8567DAFB-9973-42DC-88E6-DA49A7B5E20F}"/>
          </ac:spMkLst>
        </pc:spChg>
        <pc:spChg chg="mod">
          <ac:chgData name="Benjamin Ward" userId="6f04d02f91acd22f" providerId="LiveId" clId="{8EDBFBBB-0217-4926-97F1-D93D5E08D211}" dt="2024-04-11T18:56:43.333" v="4078" actId="20577"/>
          <ac:spMkLst>
            <pc:docMk/>
            <pc:sldMk cId="357762066" sldId="278"/>
            <ac:spMk id="5" creationId="{5AF6682A-E6E6-0B03-140C-740A7DF59FCE}"/>
          </ac:spMkLst>
        </pc:spChg>
      </pc:sldChg>
      <pc:sldChg chg="modSp add mod ord">
        <pc:chgData name="Benjamin Ward" userId="6f04d02f91acd22f" providerId="LiveId" clId="{8EDBFBBB-0217-4926-97F1-D93D5E08D211}" dt="2024-04-11T19:08:29.202" v="4287" actId="20577"/>
        <pc:sldMkLst>
          <pc:docMk/>
          <pc:sldMk cId="14359532" sldId="279"/>
        </pc:sldMkLst>
        <pc:spChg chg="mod">
          <ac:chgData name="Benjamin Ward" userId="6f04d02f91acd22f" providerId="LiveId" clId="{8EDBFBBB-0217-4926-97F1-D93D5E08D211}" dt="2024-04-11T18:52:21.397" v="4012" actId="20577"/>
          <ac:spMkLst>
            <pc:docMk/>
            <pc:sldMk cId="14359532" sldId="279"/>
            <ac:spMk id="2" creationId="{8567DAFB-9973-42DC-88E6-DA49A7B5E20F}"/>
          </ac:spMkLst>
        </pc:spChg>
        <pc:spChg chg="mod">
          <ac:chgData name="Benjamin Ward" userId="6f04d02f91acd22f" providerId="LiveId" clId="{8EDBFBBB-0217-4926-97F1-D93D5E08D211}" dt="2024-04-11T19:08:29.202" v="4287" actId="20577"/>
          <ac:spMkLst>
            <pc:docMk/>
            <pc:sldMk cId="14359532" sldId="279"/>
            <ac:spMk id="5" creationId="{5AF6682A-E6E6-0B03-140C-740A7DF59FCE}"/>
          </ac:spMkLst>
        </pc:spChg>
      </pc:sldChg>
      <pc:sldChg chg="modSp add mod ord">
        <pc:chgData name="Benjamin Ward" userId="6f04d02f91acd22f" providerId="LiveId" clId="{8EDBFBBB-0217-4926-97F1-D93D5E08D211}" dt="2024-04-11T18:58:10.374" v="4101" actId="20577"/>
        <pc:sldMkLst>
          <pc:docMk/>
          <pc:sldMk cId="3177514302" sldId="280"/>
        </pc:sldMkLst>
        <pc:spChg chg="mod">
          <ac:chgData name="Benjamin Ward" userId="6f04d02f91acd22f" providerId="LiveId" clId="{8EDBFBBB-0217-4926-97F1-D93D5E08D211}" dt="2024-04-11T13:26:04.493" v="1008"/>
          <ac:spMkLst>
            <pc:docMk/>
            <pc:sldMk cId="3177514302" sldId="280"/>
            <ac:spMk id="2" creationId="{8567DAFB-9973-42DC-88E6-DA49A7B5E20F}"/>
          </ac:spMkLst>
        </pc:spChg>
        <pc:spChg chg="mod">
          <ac:chgData name="Benjamin Ward" userId="6f04d02f91acd22f" providerId="LiveId" clId="{8EDBFBBB-0217-4926-97F1-D93D5E08D211}" dt="2024-04-11T18:58:10.374" v="4101" actId="20577"/>
          <ac:spMkLst>
            <pc:docMk/>
            <pc:sldMk cId="3177514302" sldId="280"/>
            <ac:spMk id="5" creationId="{5AF6682A-E6E6-0B03-140C-740A7DF59FCE}"/>
          </ac:spMkLst>
        </pc:spChg>
      </pc:sldChg>
      <pc:sldChg chg="modSp add mod">
        <pc:chgData name="Benjamin Ward" userId="6f04d02f91acd22f" providerId="LiveId" clId="{8EDBFBBB-0217-4926-97F1-D93D5E08D211}" dt="2024-04-11T18:58:59.021" v="4116" actId="113"/>
        <pc:sldMkLst>
          <pc:docMk/>
          <pc:sldMk cId="1513295988" sldId="281"/>
        </pc:sldMkLst>
        <pc:spChg chg="mod">
          <ac:chgData name="Benjamin Ward" userId="6f04d02f91acd22f" providerId="LiveId" clId="{8EDBFBBB-0217-4926-97F1-D93D5E08D211}" dt="2024-04-11T13:26:34.145" v="1020" actId="20577"/>
          <ac:spMkLst>
            <pc:docMk/>
            <pc:sldMk cId="1513295988" sldId="281"/>
            <ac:spMk id="2" creationId="{8567DAFB-9973-42DC-88E6-DA49A7B5E20F}"/>
          </ac:spMkLst>
        </pc:spChg>
        <pc:spChg chg="mod">
          <ac:chgData name="Benjamin Ward" userId="6f04d02f91acd22f" providerId="LiveId" clId="{8EDBFBBB-0217-4926-97F1-D93D5E08D211}" dt="2024-04-11T18:58:59.021" v="4116" actId="113"/>
          <ac:spMkLst>
            <pc:docMk/>
            <pc:sldMk cId="1513295988" sldId="281"/>
            <ac:spMk id="5" creationId="{5AF6682A-E6E6-0B03-140C-740A7DF59FCE}"/>
          </ac:spMkLst>
        </pc:spChg>
      </pc:sldChg>
      <pc:sldChg chg="modSp add mod ord">
        <pc:chgData name="Benjamin Ward" userId="6f04d02f91acd22f" providerId="LiveId" clId="{8EDBFBBB-0217-4926-97F1-D93D5E08D211}" dt="2024-04-11T18:59:55.576" v="4127" actId="113"/>
        <pc:sldMkLst>
          <pc:docMk/>
          <pc:sldMk cId="2873910804" sldId="282"/>
        </pc:sldMkLst>
        <pc:spChg chg="mod">
          <ac:chgData name="Benjamin Ward" userId="6f04d02f91acd22f" providerId="LiveId" clId="{8EDBFBBB-0217-4926-97F1-D93D5E08D211}" dt="2024-04-11T18:59:55.576" v="4127" actId="113"/>
          <ac:spMkLst>
            <pc:docMk/>
            <pc:sldMk cId="2873910804" sldId="282"/>
            <ac:spMk id="5" creationId="{5AF6682A-E6E6-0B03-140C-740A7DF59FCE}"/>
          </ac:spMkLst>
        </pc:spChg>
      </pc:sldChg>
      <pc:sldChg chg="modSp add mod">
        <pc:chgData name="Benjamin Ward" userId="6f04d02f91acd22f" providerId="LiveId" clId="{8EDBFBBB-0217-4926-97F1-D93D5E08D211}" dt="2024-04-11T19:09:01.798" v="4296"/>
        <pc:sldMkLst>
          <pc:docMk/>
          <pc:sldMk cId="3357515673" sldId="283"/>
        </pc:sldMkLst>
        <pc:spChg chg="mod">
          <ac:chgData name="Benjamin Ward" userId="6f04d02f91acd22f" providerId="LiveId" clId="{8EDBFBBB-0217-4926-97F1-D93D5E08D211}" dt="2024-04-11T19:09:01.798" v="4296"/>
          <ac:spMkLst>
            <pc:docMk/>
            <pc:sldMk cId="3357515673" sldId="283"/>
            <ac:spMk id="5" creationId="{5AF6682A-E6E6-0B03-140C-740A7DF59FCE}"/>
          </ac:spMkLst>
        </pc:spChg>
      </pc:sldChg>
      <pc:sldChg chg="modSp add mod ord">
        <pc:chgData name="Benjamin Ward" userId="6f04d02f91acd22f" providerId="LiveId" clId="{8EDBFBBB-0217-4926-97F1-D93D5E08D211}" dt="2024-04-11T19:00:22.679" v="4135" actId="113"/>
        <pc:sldMkLst>
          <pc:docMk/>
          <pc:sldMk cId="331602085" sldId="284"/>
        </pc:sldMkLst>
        <pc:spChg chg="mod">
          <ac:chgData name="Benjamin Ward" userId="6f04d02f91acd22f" providerId="LiveId" clId="{8EDBFBBB-0217-4926-97F1-D93D5E08D211}" dt="2024-04-11T15:34:35.142" v="2597" actId="20577"/>
          <ac:spMkLst>
            <pc:docMk/>
            <pc:sldMk cId="331602085" sldId="284"/>
            <ac:spMk id="2" creationId="{8567DAFB-9973-42DC-88E6-DA49A7B5E20F}"/>
          </ac:spMkLst>
        </pc:spChg>
        <pc:spChg chg="mod">
          <ac:chgData name="Benjamin Ward" userId="6f04d02f91acd22f" providerId="LiveId" clId="{8EDBFBBB-0217-4926-97F1-D93D5E08D211}" dt="2024-04-11T19:00:22.679" v="4135" actId="113"/>
          <ac:spMkLst>
            <pc:docMk/>
            <pc:sldMk cId="331602085" sldId="284"/>
            <ac:spMk id="5" creationId="{5AF6682A-E6E6-0B03-140C-740A7DF59FCE}"/>
          </ac:spMkLst>
        </pc:spChg>
      </pc:sldChg>
      <pc:sldChg chg="modSp new del mod">
        <pc:chgData name="Benjamin Ward" userId="6f04d02f91acd22f" providerId="LiveId" clId="{8EDBFBBB-0217-4926-97F1-D93D5E08D211}" dt="2024-04-11T15:33:59.991" v="2579" actId="680"/>
        <pc:sldMkLst>
          <pc:docMk/>
          <pc:sldMk cId="2714896310" sldId="284"/>
        </pc:sldMkLst>
        <pc:spChg chg="mod">
          <ac:chgData name="Benjamin Ward" userId="6f04d02f91acd22f" providerId="LiveId" clId="{8EDBFBBB-0217-4926-97F1-D93D5E08D211}" dt="2024-04-11T15:33:59.513" v="2578" actId="20577"/>
          <ac:spMkLst>
            <pc:docMk/>
            <pc:sldMk cId="2714896310" sldId="284"/>
            <ac:spMk id="2" creationId="{3EEAED30-871B-D3BB-AE8C-ED0D91A67D9F}"/>
          </ac:spMkLst>
        </pc:spChg>
      </pc:sldChg>
      <pc:sldChg chg="modSp add mod ord">
        <pc:chgData name="Benjamin Ward" userId="6f04d02f91acd22f" providerId="LiveId" clId="{8EDBFBBB-0217-4926-97F1-D93D5E08D211}" dt="2024-04-11T18:56:31.719" v="4069" actId="20577"/>
        <pc:sldMkLst>
          <pc:docMk/>
          <pc:sldMk cId="1279373605" sldId="285"/>
        </pc:sldMkLst>
        <pc:spChg chg="mod">
          <ac:chgData name="Benjamin Ward" userId="6f04d02f91acd22f" providerId="LiveId" clId="{8EDBFBBB-0217-4926-97F1-D93D5E08D211}" dt="2024-04-11T15:36:41.740" v="2709" actId="20577"/>
          <ac:spMkLst>
            <pc:docMk/>
            <pc:sldMk cId="1279373605" sldId="285"/>
            <ac:spMk id="2" creationId="{8567DAFB-9973-42DC-88E6-DA49A7B5E20F}"/>
          </ac:spMkLst>
        </pc:spChg>
        <pc:spChg chg="mod">
          <ac:chgData name="Benjamin Ward" userId="6f04d02f91acd22f" providerId="LiveId" clId="{8EDBFBBB-0217-4926-97F1-D93D5E08D211}" dt="2024-04-11T18:56:31.719" v="4069" actId="20577"/>
          <ac:spMkLst>
            <pc:docMk/>
            <pc:sldMk cId="1279373605" sldId="285"/>
            <ac:spMk id="5" creationId="{5AF6682A-E6E6-0B03-140C-740A7DF59FCE}"/>
          </ac:spMkLst>
        </pc:spChg>
      </pc:sldChg>
      <pc:sldChg chg="addSp delSp modSp add mod delDesignElem chgLayout">
        <pc:chgData name="Benjamin Ward" userId="6f04d02f91acd22f" providerId="LiveId" clId="{8EDBFBBB-0217-4926-97F1-D93D5E08D211}" dt="2024-04-11T16:14:07.464" v="3879" actId="478"/>
        <pc:sldMkLst>
          <pc:docMk/>
          <pc:sldMk cId="462385205" sldId="286"/>
        </pc:sldMkLst>
        <pc:spChg chg="mod ord">
          <ac:chgData name="Benjamin Ward" userId="6f04d02f91acd22f" providerId="LiveId" clId="{8EDBFBBB-0217-4926-97F1-D93D5E08D211}" dt="2024-04-11T16:13:52.533" v="3876" actId="700"/>
          <ac:spMkLst>
            <pc:docMk/>
            <pc:sldMk cId="462385205" sldId="286"/>
            <ac:spMk id="2" creationId="{8567DAFB-9973-42DC-88E6-DA49A7B5E20F}"/>
          </ac:spMkLst>
        </pc:spChg>
        <pc:spChg chg="add del mod ord">
          <ac:chgData name="Benjamin Ward" userId="6f04d02f91acd22f" providerId="LiveId" clId="{8EDBFBBB-0217-4926-97F1-D93D5E08D211}" dt="2024-04-11T16:13:41.879" v="3875" actId="700"/>
          <ac:spMkLst>
            <pc:docMk/>
            <pc:sldMk cId="462385205" sldId="286"/>
            <ac:spMk id="3" creationId="{878E0063-D07A-6E68-57B2-0E0182D3641A}"/>
          </ac:spMkLst>
        </pc:spChg>
        <pc:spChg chg="add del mod ord">
          <ac:chgData name="Benjamin Ward" userId="6f04d02f91acd22f" providerId="LiveId" clId="{8EDBFBBB-0217-4926-97F1-D93D5E08D211}" dt="2024-04-11T16:13:52.533" v="3876" actId="700"/>
          <ac:spMkLst>
            <pc:docMk/>
            <pc:sldMk cId="462385205" sldId="286"/>
            <ac:spMk id="5" creationId="{5AF6682A-E6E6-0B03-140C-740A7DF59FCE}"/>
          </ac:spMkLst>
        </pc:spChg>
        <pc:spChg chg="add mod ord">
          <ac:chgData name="Benjamin Ward" userId="6f04d02f91acd22f" providerId="LiveId" clId="{8EDBFBBB-0217-4926-97F1-D93D5E08D211}" dt="2024-04-11T16:13:52.533" v="3876" actId="700"/>
          <ac:spMkLst>
            <pc:docMk/>
            <pc:sldMk cId="462385205" sldId="286"/>
            <ac:spMk id="6" creationId="{442AFA2C-1D48-01CF-47F1-CB23D7F579FE}"/>
          </ac:spMkLst>
        </pc:spChg>
        <pc:spChg chg="add del">
          <ac:chgData name="Benjamin Ward" userId="6f04d02f91acd22f" providerId="LiveId" clId="{8EDBFBBB-0217-4926-97F1-D93D5E08D211}" dt="2024-04-11T16:13:52.533" v="3876" actId="700"/>
          <ac:spMkLst>
            <pc:docMk/>
            <pc:sldMk cId="462385205" sldId="286"/>
            <ac:spMk id="16" creationId="{24F3C611-0CF5-45ED-9190-A7A9C19ACAAB}"/>
          </ac:spMkLst>
        </pc:spChg>
        <pc:picChg chg="del mod">
          <ac:chgData name="Benjamin Ward" userId="6f04d02f91acd22f" providerId="LiveId" clId="{8EDBFBBB-0217-4926-97F1-D93D5E08D211}" dt="2024-04-11T16:14:07.464" v="3879" actId="478"/>
          <ac:picMkLst>
            <pc:docMk/>
            <pc:sldMk cId="462385205" sldId="286"/>
            <ac:picMk id="4" creationId="{9AE82C51-6401-41AD-B403-D8CC97A70CA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EF3BCC6-0B18-47B0-B2BE-604D446AA900}" type="datetime1">
              <a:rPr lang="en-GB" smtClean="0"/>
              <a:t>11/04/2024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EF054BB-8F28-4346-8754-0E5644500E1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2230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853194-4682-40BE-8981-AC47C9020884}" type="datetime1">
              <a:rPr lang="en-GB" smtClean="0"/>
              <a:pPr/>
              <a:t>10/04/2024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70A596-7141-45E9-836C-E467146705EF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3959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8751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840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7638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0073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8732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3602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1713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8031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3055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834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351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4243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0402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130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170A596-7141-45E9-836C-E467146705EF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8827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35E6DB6-FF78-41B7-A8E2-AA6672F5D614}" type="datetime1">
              <a:rPr lang="en-GB" noProof="0" smtClean="0"/>
              <a:t>10/04/2024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0A5448-14EF-4867-A5E4-59E1F7F97B5E}" type="datetime1">
              <a:rPr lang="en-GB" noProof="0" smtClean="0"/>
              <a:t>10/04/2024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rtlCol="0"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3107063-3148-47D7-BB23-0E25282C5D21}" type="datetime1">
              <a:rPr lang="en-GB" noProof="0" smtClean="0"/>
              <a:t>10/04/2024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7C7E77-DA87-4621-A5AE-F3857E9B7E38}" type="datetime1">
              <a:rPr lang="en-GB" noProof="0" smtClean="0"/>
              <a:t>10/04/2024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493C3F-BDCF-44D2-B7AF-117B9AA48704}" type="datetime1">
              <a:rPr lang="en-GB" noProof="0" smtClean="0"/>
              <a:t>10/04/2024</a:t>
            </a:fld>
            <a:endParaRPr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D87FB1-2ABB-4D90-834C-249B46BFC8FE}" type="datetime1">
              <a:rPr lang="en-GB" noProof="0" smtClean="0"/>
              <a:t>10/04/2024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F1D7A-15A3-4B04-AAAC-964CAD9AF80C}" type="datetime1">
              <a:rPr lang="en-GB" noProof="0" smtClean="0"/>
              <a:t>10/04/2024</a:t>
            </a:fld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 rtlCol="0"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AB6944-2703-4556-BCCB-45864A7A8DE3}" type="datetime1">
              <a:rPr lang="en-GB" noProof="0" smtClean="0"/>
              <a:t>10/04/2024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rtlCol="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 rtlCol="0"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2727BE-6CAC-4F5F-926B-739D005DA2C0}" type="datetime1">
              <a:rPr lang="en-GB" noProof="0" smtClean="0"/>
              <a:t>10/04/2024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E69600-156E-445F-8CDC-4C0DF15330F6}" type="datetime1">
              <a:rPr lang="en-GB" noProof="0" smtClean="0"/>
              <a:t>10/04/2024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 rtlCol="0"/>
          <a:lstStyle/>
          <a:p>
            <a:pPr rtl="0"/>
            <a:fld id="{03B0023E-282C-446D-A197-6A1A53FD0D0A}" type="datetime1">
              <a:rPr lang="en-GB" noProof="0" smtClean="0"/>
              <a:t>10/04/2024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pPr rtl="0"/>
            <a:fld id="{F996170A-A874-446A-945F-E422272CE6BD}" type="datetime1">
              <a:rPr lang="en-GB" noProof="0" smtClean="0"/>
              <a:t>10/04/2024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758CB7-007C-40DF-A901-600703FB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459C3A3-8B02-4FAB-91CE-E81E1BA31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048" y="2059012"/>
            <a:ext cx="12188952" cy="1828800"/>
          </a:xfrm>
          <a:prstGeom prst="rect">
            <a:avLst/>
          </a:prstGeom>
          <a:solidFill>
            <a:schemeClr val="tx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2022F-1436-49C5-9347-FDDDF4EE8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rtlCol="0">
            <a:normAutofit/>
          </a:bodyPr>
          <a:lstStyle/>
          <a:p>
            <a:pPr rtl="0"/>
            <a:r>
              <a:rPr lang="en-GB" dirty="0">
                <a:solidFill>
                  <a:schemeClr val="bg1"/>
                </a:solidFill>
              </a:rPr>
              <a:t>My Project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B366A7-87C2-43BB-AF03-1AF039EE1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048" y="3887812"/>
            <a:ext cx="12188952" cy="457200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6C232-3134-4C4E-8119-3B970E1C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3152" cy="45720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By Benjamin Ward</a:t>
            </a:r>
          </a:p>
        </p:txBody>
      </p:sp>
    </p:spTree>
    <p:extLst>
      <p:ext uri="{BB962C8B-B14F-4D97-AF65-F5344CB8AC3E}">
        <p14:creationId xmlns:p14="http://schemas.microsoft.com/office/powerpoint/2010/main" val="18111737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Background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6682A-E6E6-0B03-140C-740A7DF5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Final year </a:t>
            </a:r>
            <a:r>
              <a:rPr lang="en-GB" b="1" dirty="0"/>
              <a:t>Individual Project</a:t>
            </a:r>
            <a:endParaRPr lang="en-GB" dirty="0"/>
          </a:p>
          <a:p>
            <a:r>
              <a:rPr lang="en-GB" dirty="0"/>
              <a:t>‘Detection of Hate Speech towards the LGBTQIA+ community using lexicon-based sentiment analysis’</a:t>
            </a:r>
          </a:p>
          <a:p>
            <a:r>
              <a:rPr lang="en-GB" b="1" dirty="0"/>
              <a:t>2 semesters</a:t>
            </a:r>
            <a:endParaRPr lang="en-GB" dirty="0"/>
          </a:p>
          <a:p>
            <a:r>
              <a:rPr lang="en-GB" b="1" dirty="0"/>
              <a:t>Report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0782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6682A-E6E6-0B03-140C-740A7DF5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Develop</a:t>
            </a:r>
            <a:r>
              <a:rPr lang="en-GB" dirty="0"/>
              <a:t> a hate speech detection program</a:t>
            </a:r>
          </a:p>
          <a:p>
            <a:r>
              <a:rPr lang="en-GB" b="1" dirty="0"/>
              <a:t>Positive</a:t>
            </a:r>
            <a:r>
              <a:rPr lang="en-GB" dirty="0"/>
              <a:t> </a:t>
            </a:r>
            <a:r>
              <a:rPr lang="en-GB" b="1" dirty="0"/>
              <a:t>results</a:t>
            </a:r>
            <a:endParaRPr lang="en-GB" dirty="0"/>
          </a:p>
          <a:p>
            <a:r>
              <a:rPr lang="en-GB" b="1" dirty="0"/>
              <a:t>Report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4780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Responsibilities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6682A-E6E6-0B03-140C-740A7DF5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Individual project</a:t>
            </a:r>
          </a:p>
          <a:p>
            <a:pPr lvl="1"/>
            <a:r>
              <a:rPr lang="en-GB" b="1" dirty="0"/>
              <a:t>Just me</a:t>
            </a:r>
            <a:endParaRPr lang="en-GB" dirty="0"/>
          </a:p>
          <a:p>
            <a:r>
              <a:rPr lang="en-GB" dirty="0"/>
              <a:t>Decide on the </a:t>
            </a:r>
            <a:r>
              <a:rPr lang="en-GB" b="1" dirty="0"/>
              <a:t>method</a:t>
            </a:r>
            <a:r>
              <a:rPr lang="en-GB" dirty="0"/>
              <a:t> of approach</a:t>
            </a:r>
          </a:p>
          <a:p>
            <a:pPr lvl="1"/>
            <a:r>
              <a:rPr lang="en-GB" b="1" dirty="0"/>
              <a:t>Research</a:t>
            </a:r>
            <a:endParaRPr lang="en-GB" dirty="0"/>
          </a:p>
          <a:p>
            <a:r>
              <a:rPr lang="en-GB" b="1" dirty="0"/>
              <a:t>Gather</a:t>
            </a:r>
            <a:r>
              <a:rPr lang="en-GB" dirty="0"/>
              <a:t> any required </a:t>
            </a:r>
            <a:r>
              <a:rPr lang="en-GB" b="1" dirty="0"/>
              <a:t>data</a:t>
            </a:r>
            <a:endParaRPr lang="en-GB" dirty="0"/>
          </a:p>
          <a:p>
            <a:pPr lvl="1"/>
            <a:r>
              <a:rPr lang="en-GB" b="1" dirty="0"/>
              <a:t>Research</a:t>
            </a:r>
            <a:endParaRPr lang="en-GB" dirty="0"/>
          </a:p>
          <a:p>
            <a:pPr lvl="1"/>
            <a:r>
              <a:rPr lang="en-GB" b="1" dirty="0"/>
              <a:t>Cleaning data</a:t>
            </a:r>
            <a:endParaRPr lang="en-GB" dirty="0"/>
          </a:p>
          <a:p>
            <a:r>
              <a:rPr lang="en-GB" b="1" dirty="0"/>
              <a:t>Program</a:t>
            </a:r>
            <a:r>
              <a:rPr lang="en-GB" dirty="0"/>
              <a:t> the solution</a:t>
            </a:r>
          </a:p>
          <a:p>
            <a:r>
              <a:rPr lang="en-GB" dirty="0"/>
              <a:t>Write a </a:t>
            </a:r>
            <a:r>
              <a:rPr lang="en-GB" b="1" dirty="0"/>
              <a:t>report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937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Hate Speech Detection - Feasibility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6682A-E6E6-0B03-140C-740A7DF5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Resources</a:t>
            </a:r>
            <a:endParaRPr lang="en-GB" dirty="0"/>
          </a:p>
          <a:p>
            <a:pPr lvl="1"/>
            <a:r>
              <a:rPr lang="en-GB" dirty="0"/>
              <a:t>Availability of data</a:t>
            </a:r>
          </a:p>
          <a:p>
            <a:pPr lvl="2"/>
            <a:r>
              <a:rPr lang="en-GB" dirty="0"/>
              <a:t>Third-party</a:t>
            </a:r>
          </a:p>
          <a:p>
            <a:pPr lvl="2"/>
            <a:r>
              <a:rPr lang="en-GB" dirty="0"/>
              <a:t>I source it</a:t>
            </a:r>
          </a:p>
          <a:p>
            <a:r>
              <a:rPr lang="en-GB" b="1" dirty="0"/>
              <a:t>Knowledge</a:t>
            </a:r>
            <a:endParaRPr lang="en-GB" dirty="0"/>
          </a:p>
          <a:p>
            <a:pPr lvl="1"/>
            <a:r>
              <a:rPr lang="en-GB" dirty="0"/>
              <a:t>What is in my scope</a:t>
            </a:r>
          </a:p>
          <a:p>
            <a:r>
              <a:rPr lang="en-GB" b="1" dirty="0"/>
              <a:t>Time</a:t>
            </a:r>
            <a:endParaRPr lang="en-GB" dirty="0"/>
          </a:p>
          <a:p>
            <a:pPr lvl="1"/>
            <a:r>
              <a:rPr lang="en-GB" dirty="0"/>
              <a:t>I have a </a:t>
            </a:r>
            <a:r>
              <a:rPr lang="en-GB" b="1" dirty="0"/>
              <a:t>limited time</a:t>
            </a:r>
            <a:endParaRPr lang="en-GB" dirty="0"/>
          </a:p>
          <a:p>
            <a:pPr lvl="1"/>
            <a:r>
              <a:rPr lang="en-GB" dirty="0"/>
              <a:t>This will affect </a:t>
            </a:r>
            <a:r>
              <a:rPr lang="en-GB" b="1" dirty="0"/>
              <a:t>resources</a:t>
            </a:r>
            <a:r>
              <a:rPr lang="en-GB" dirty="0"/>
              <a:t> and </a:t>
            </a:r>
            <a:r>
              <a:rPr lang="en-GB" b="1" dirty="0"/>
              <a:t>knowledge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762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Hate Speech Detection - Approaches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6682A-E6E6-0B03-140C-740A7DF5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Machine Learning</a:t>
            </a:r>
          </a:p>
          <a:p>
            <a:pPr lvl="1"/>
            <a:r>
              <a:rPr lang="en-GB" b="1" dirty="0"/>
              <a:t>Pattern recognition </a:t>
            </a:r>
            <a:r>
              <a:rPr lang="en-GB" dirty="0"/>
              <a:t>to classify text as hate speech towards the LGBTQIA+ community or not</a:t>
            </a:r>
          </a:p>
          <a:p>
            <a:r>
              <a:rPr lang="en-GB" b="1" dirty="0"/>
              <a:t>Lexicon-based Analysis</a:t>
            </a:r>
          </a:p>
          <a:p>
            <a:pPr lvl="1"/>
            <a:r>
              <a:rPr lang="en-GB" dirty="0"/>
              <a:t>Break the text into the </a:t>
            </a:r>
            <a:r>
              <a:rPr lang="en-GB" b="1" dirty="0"/>
              <a:t>individual words</a:t>
            </a:r>
          </a:p>
          <a:p>
            <a:pPr lvl="1"/>
            <a:r>
              <a:rPr lang="en-GB" b="1" dirty="0"/>
              <a:t>Score</a:t>
            </a:r>
            <a:r>
              <a:rPr lang="en-GB" dirty="0"/>
              <a:t> </a:t>
            </a:r>
            <a:r>
              <a:rPr lang="en-GB" b="1" dirty="0"/>
              <a:t>each</a:t>
            </a:r>
            <a:r>
              <a:rPr lang="en-GB" dirty="0"/>
              <a:t> </a:t>
            </a:r>
            <a:r>
              <a:rPr lang="en-GB" b="1" dirty="0"/>
              <a:t>word</a:t>
            </a:r>
            <a:r>
              <a:rPr lang="en-GB" dirty="0"/>
              <a:t> separately</a:t>
            </a:r>
          </a:p>
        </p:txBody>
      </p:sp>
    </p:spTree>
    <p:extLst>
      <p:ext uri="{BB962C8B-B14F-4D97-AF65-F5344CB8AC3E}">
        <p14:creationId xmlns:p14="http://schemas.microsoft.com/office/powerpoint/2010/main" val="14359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r>
              <a:rPr lang="en-GB" dirty="0"/>
              <a:t>Machine Learning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6682A-E6E6-0B03-140C-740A7DF5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Pros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Can be </a:t>
            </a:r>
            <a:r>
              <a:rPr lang="en-GB" b="1" dirty="0"/>
              <a:t>very</a:t>
            </a:r>
            <a:r>
              <a:rPr lang="en-GB" dirty="0"/>
              <a:t> </a:t>
            </a:r>
            <a:r>
              <a:rPr lang="en-GB" b="1" dirty="0"/>
              <a:t>accurate</a:t>
            </a:r>
            <a:endParaRPr lang="en-GB" dirty="0"/>
          </a:p>
          <a:p>
            <a:r>
              <a:rPr lang="en-GB" b="1" dirty="0"/>
              <a:t>Cons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Requires </a:t>
            </a:r>
            <a:r>
              <a:rPr lang="en-GB" b="1" dirty="0"/>
              <a:t>training data</a:t>
            </a:r>
            <a:r>
              <a:rPr lang="en-GB" dirty="0"/>
              <a:t> (Resource issue)</a:t>
            </a:r>
          </a:p>
          <a:p>
            <a:pPr lvl="1"/>
            <a:r>
              <a:rPr lang="en-GB" b="1" dirty="0"/>
              <a:t>Hard to explain </a:t>
            </a:r>
            <a:r>
              <a:rPr lang="en-GB" dirty="0"/>
              <a:t>why the decision was made</a:t>
            </a:r>
          </a:p>
          <a:p>
            <a:pPr lvl="1"/>
            <a:r>
              <a:rPr lang="en-GB" b="1" dirty="0"/>
              <a:t>Complex</a:t>
            </a:r>
            <a:r>
              <a:rPr lang="en-GB" dirty="0"/>
              <a:t> to develop (Knowledge issue)</a:t>
            </a:r>
          </a:p>
        </p:txBody>
      </p:sp>
    </p:spTree>
    <p:extLst>
      <p:ext uri="{BB962C8B-B14F-4D97-AF65-F5344CB8AC3E}">
        <p14:creationId xmlns:p14="http://schemas.microsoft.com/office/powerpoint/2010/main" val="3177514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r>
              <a:rPr lang="en-GB" dirty="0"/>
              <a:t>Lexicon-based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6682A-E6E6-0B03-140C-740A7DF5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Pros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Can be </a:t>
            </a:r>
            <a:r>
              <a:rPr lang="en-GB" b="1" dirty="0"/>
              <a:t>accurate</a:t>
            </a:r>
          </a:p>
          <a:p>
            <a:pPr lvl="1"/>
            <a:r>
              <a:rPr lang="en-GB" b="1" dirty="0"/>
              <a:t>Easy to explain </a:t>
            </a:r>
            <a:r>
              <a:rPr lang="en-GB" dirty="0"/>
              <a:t>why a decision was made</a:t>
            </a:r>
          </a:p>
          <a:p>
            <a:r>
              <a:rPr lang="en-GB" b="1" dirty="0"/>
              <a:t>Cons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Requires a </a:t>
            </a:r>
            <a:r>
              <a:rPr lang="en-GB" b="1" dirty="0"/>
              <a:t>dataset</a:t>
            </a:r>
            <a:r>
              <a:rPr lang="en-GB" dirty="0"/>
              <a:t> of </a:t>
            </a:r>
            <a:r>
              <a:rPr lang="en-GB" b="1" dirty="0"/>
              <a:t>values</a:t>
            </a:r>
            <a:r>
              <a:rPr lang="en-GB" dirty="0"/>
              <a:t> for words (Resource issue)</a:t>
            </a:r>
          </a:p>
          <a:p>
            <a:pPr lvl="1"/>
            <a:r>
              <a:rPr lang="en-GB" b="1" dirty="0"/>
              <a:t>No context </a:t>
            </a:r>
            <a:r>
              <a:rPr lang="en-GB" dirty="0"/>
              <a:t>of words in the overall text</a:t>
            </a:r>
          </a:p>
        </p:txBody>
      </p:sp>
    </p:spTree>
    <p:extLst>
      <p:ext uri="{BB962C8B-B14F-4D97-AF65-F5344CB8AC3E}">
        <p14:creationId xmlns:p14="http://schemas.microsoft.com/office/powerpoint/2010/main" val="1513295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Hate Speech Detection Approach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6682A-E6E6-0B03-140C-740A7DF5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Both have benefits and negatives</a:t>
            </a:r>
          </a:p>
          <a:p>
            <a:r>
              <a:rPr lang="en-GB" b="1" dirty="0"/>
              <a:t>Lexicon-based approach will be used</a:t>
            </a:r>
          </a:p>
          <a:p>
            <a:pPr lvl="1"/>
            <a:r>
              <a:rPr lang="en-GB" b="1" dirty="0"/>
              <a:t>Explainability</a:t>
            </a:r>
            <a:r>
              <a:rPr lang="en-GB" dirty="0"/>
              <a:t> </a:t>
            </a:r>
            <a:r>
              <a:rPr lang="en-GB" b="1" dirty="0"/>
              <a:t>is important </a:t>
            </a:r>
            <a:r>
              <a:rPr lang="en-GB" dirty="0"/>
              <a:t>due to hypothetical future applications</a:t>
            </a:r>
          </a:p>
          <a:p>
            <a:pPr lvl="1"/>
            <a:r>
              <a:rPr lang="en-GB" dirty="0"/>
              <a:t>The removal of context for words has been </a:t>
            </a:r>
            <a:r>
              <a:rPr lang="en-GB" b="1" dirty="0"/>
              <a:t>proven to work</a:t>
            </a:r>
          </a:p>
          <a:p>
            <a:pPr lvl="1"/>
            <a:r>
              <a:rPr lang="en-GB" dirty="0"/>
              <a:t>I am confident that I can </a:t>
            </a:r>
            <a:r>
              <a:rPr lang="en-GB" b="1" dirty="0"/>
              <a:t>implement</a:t>
            </a:r>
            <a:r>
              <a:rPr lang="en-GB" dirty="0"/>
              <a:t> the program in the </a:t>
            </a:r>
            <a:r>
              <a:rPr lang="en-GB" b="1" dirty="0"/>
              <a:t>time required</a:t>
            </a:r>
          </a:p>
        </p:txBody>
      </p:sp>
    </p:spTree>
    <p:extLst>
      <p:ext uri="{BB962C8B-B14F-4D97-AF65-F5344CB8AC3E}">
        <p14:creationId xmlns:p14="http://schemas.microsoft.com/office/powerpoint/2010/main" val="2873910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Technologies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6682A-E6E6-0B03-140C-740A7DF5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Develop in </a:t>
            </a:r>
            <a:r>
              <a:rPr lang="en-GB" b="1" dirty="0"/>
              <a:t>Python</a:t>
            </a:r>
          </a:p>
          <a:p>
            <a:pPr lvl="1"/>
            <a:r>
              <a:rPr lang="en-GB" dirty="0"/>
              <a:t>Previous experience</a:t>
            </a:r>
          </a:p>
          <a:p>
            <a:pPr lvl="1"/>
            <a:r>
              <a:rPr lang="en-GB" dirty="0"/>
              <a:t>Popular, so others can read it</a:t>
            </a:r>
          </a:p>
          <a:p>
            <a:r>
              <a:rPr lang="en-GB" dirty="0"/>
              <a:t>Storage of text was in </a:t>
            </a:r>
            <a:r>
              <a:rPr lang="en-GB" b="1" dirty="0"/>
              <a:t>.csv</a:t>
            </a:r>
          </a:p>
          <a:p>
            <a:pPr lvl="1"/>
            <a:r>
              <a:rPr lang="en-GB" dirty="0"/>
              <a:t>Simple</a:t>
            </a:r>
          </a:p>
          <a:p>
            <a:pPr lvl="1"/>
            <a:r>
              <a:rPr lang="en-GB" dirty="0"/>
              <a:t>Each record does not need much information</a:t>
            </a:r>
          </a:p>
        </p:txBody>
      </p:sp>
    </p:spTree>
    <p:extLst>
      <p:ext uri="{BB962C8B-B14F-4D97-AF65-F5344CB8AC3E}">
        <p14:creationId xmlns:p14="http://schemas.microsoft.com/office/powerpoint/2010/main" val="331602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Plan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6682A-E6E6-0B03-140C-740A7DF5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Text parser</a:t>
            </a:r>
          </a:p>
          <a:p>
            <a:pPr lvl="1"/>
            <a:r>
              <a:rPr lang="en-GB" dirty="0"/>
              <a:t>Reformat text, ready for processing</a:t>
            </a:r>
          </a:p>
          <a:p>
            <a:r>
              <a:rPr lang="en-GB" b="1" dirty="0"/>
              <a:t>Reformat SentiWordNet</a:t>
            </a:r>
          </a:p>
          <a:p>
            <a:pPr lvl="1"/>
            <a:r>
              <a:rPr lang="en-GB" dirty="0"/>
              <a:t>This is a database for determining if a word is positive or negative in nature</a:t>
            </a:r>
          </a:p>
          <a:p>
            <a:pPr lvl="1"/>
            <a:r>
              <a:rPr lang="en-GB" dirty="0"/>
              <a:t>Reformatting to make it as efficient as possible when reading</a:t>
            </a:r>
          </a:p>
          <a:p>
            <a:r>
              <a:rPr lang="en-GB" b="1" dirty="0"/>
              <a:t>Hate speech detection</a:t>
            </a:r>
          </a:p>
          <a:p>
            <a:pPr lvl="1"/>
            <a:r>
              <a:rPr lang="en-GB" dirty="0"/>
              <a:t>Split the text into words</a:t>
            </a:r>
          </a:p>
          <a:p>
            <a:pPr lvl="1"/>
            <a:r>
              <a:rPr lang="en-GB" dirty="0"/>
              <a:t>Find the corresponding value for each word</a:t>
            </a:r>
          </a:p>
          <a:p>
            <a:pPr lvl="1"/>
            <a:r>
              <a:rPr lang="en-GB" dirty="0"/>
              <a:t>Determine if the text is hate speech or not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1635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Plan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6682A-E6E6-0B03-140C-740A7DF5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LGBTQIA+ related speech detection</a:t>
            </a:r>
            <a:endParaRPr lang="en-GB" dirty="0"/>
          </a:p>
          <a:p>
            <a:pPr lvl="1"/>
            <a:r>
              <a:rPr lang="en-GB" dirty="0"/>
              <a:t>Cross references words with LGBTQIA+ related words</a:t>
            </a:r>
          </a:p>
          <a:p>
            <a:pPr lvl="1"/>
            <a:r>
              <a:rPr lang="en-GB" dirty="0"/>
              <a:t>Determines if the text is LGBTQIA+ related or not</a:t>
            </a:r>
          </a:p>
          <a:p>
            <a:r>
              <a:rPr lang="en-GB" b="1" dirty="0"/>
              <a:t>The controller</a:t>
            </a:r>
          </a:p>
          <a:p>
            <a:pPr lvl="1"/>
            <a:r>
              <a:rPr lang="en-GB" dirty="0"/>
              <a:t>The controller manages the other modules</a:t>
            </a:r>
          </a:p>
          <a:p>
            <a:r>
              <a:rPr lang="en-GB" b="1" dirty="0"/>
              <a:t>Testing</a:t>
            </a:r>
          </a:p>
          <a:p>
            <a:pPr lvl="1"/>
            <a:r>
              <a:rPr lang="en-GB" dirty="0"/>
              <a:t>Acquire test data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7515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Challenges and Skills Learnt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6682A-E6E6-0B03-140C-740A7DF5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Challenges</a:t>
            </a:r>
            <a:r>
              <a:rPr lang="en-GB" dirty="0"/>
              <a:t>:</a:t>
            </a:r>
          </a:p>
          <a:p>
            <a:r>
              <a:rPr lang="en-GB" dirty="0"/>
              <a:t>Finding </a:t>
            </a:r>
            <a:r>
              <a:rPr lang="en-GB" b="1" dirty="0"/>
              <a:t>reliable third-party data</a:t>
            </a:r>
          </a:p>
          <a:p>
            <a:pPr lvl="1"/>
            <a:r>
              <a:rPr lang="en-GB" dirty="0"/>
              <a:t>Positive/negative values for words</a:t>
            </a:r>
          </a:p>
          <a:p>
            <a:pPr lvl="1"/>
            <a:r>
              <a:rPr lang="en-GB" dirty="0"/>
              <a:t> LGBTQIA+ related words</a:t>
            </a:r>
          </a:p>
          <a:p>
            <a:pPr lvl="1"/>
            <a:r>
              <a:rPr lang="en-GB" dirty="0"/>
              <a:t>Training data</a:t>
            </a:r>
          </a:p>
          <a:p>
            <a:pPr marL="0" indent="0">
              <a:buNone/>
            </a:pPr>
            <a:r>
              <a:rPr lang="en-GB" b="1" dirty="0"/>
              <a:t>Skills Learnt</a:t>
            </a:r>
            <a:r>
              <a:rPr lang="en-GB" dirty="0"/>
              <a:t>:</a:t>
            </a:r>
          </a:p>
          <a:p>
            <a:r>
              <a:rPr lang="en-GB" b="1" dirty="0"/>
              <a:t>My</a:t>
            </a:r>
            <a:r>
              <a:rPr lang="en-GB" dirty="0"/>
              <a:t> </a:t>
            </a:r>
            <a:r>
              <a:rPr lang="en-GB" b="1" dirty="0"/>
              <a:t>largest</a:t>
            </a:r>
            <a:r>
              <a:rPr lang="en-GB" dirty="0"/>
              <a:t> </a:t>
            </a:r>
            <a:r>
              <a:rPr lang="en-GB" b="1" dirty="0"/>
              <a:t>individual</a:t>
            </a:r>
            <a:r>
              <a:rPr lang="en-GB" dirty="0"/>
              <a:t> </a:t>
            </a:r>
            <a:r>
              <a:rPr lang="en-GB" b="1" dirty="0"/>
              <a:t>project</a:t>
            </a:r>
          </a:p>
          <a:p>
            <a:pPr lvl="1"/>
            <a:r>
              <a:rPr lang="en-GB" b="1" dirty="0"/>
              <a:t>Time management </a:t>
            </a:r>
            <a:r>
              <a:rPr lang="en-GB" dirty="0"/>
              <a:t>and </a:t>
            </a:r>
            <a:r>
              <a:rPr lang="en-GB" b="1" dirty="0"/>
              <a:t>planning skills </a:t>
            </a:r>
            <a:r>
              <a:rPr lang="en-GB" dirty="0"/>
              <a:t>were used a lot</a:t>
            </a:r>
          </a:p>
          <a:p>
            <a:pPr lvl="1"/>
            <a:r>
              <a:rPr lang="en-GB" b="1" dirty="0"/>
              <a:t>Program designing </a:t>
            </a:r>
            <a:r>
              <a:rPr lang="en-GB" dirty="0"/>
              <a:t>e.g. </a:t>
            </a:r>
            <a:r>
              <a:rPr lang="en-GB" b="1" dirty="0"/>
              <a:t>class diagrams </a:t>
            </a:r>
            <a:r>
              <a:rPr lang="en-GB" dirty="0"/>
              <a:t>and </a:t>
            </a:r>
            <a:r>
              <a:rPr lang="en-GB" b="1" dirty="0"/>
              <a:t>UML component diagrams</a:t>
            </a:r>
          </a:p>
        </p:txBody>
      </p:sp>
    </p:spTree>
    <p:extLst>
      <p:ext uri="{BB962C8B-B14F-4D97-AF65-F5344CB8AC3E}">
        <p14:creationId xmlns:p14="http://schemas.microsoft.com/office/powerpoint/2010/main" val="420745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82C51-6401-41AD-B403-D8CC97A70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Reflection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F6682A-E6E6-0B03-140C-740A7DF59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results</a:t>
            </a:r>
            <a:r>
              <a:rPr lang="en-GB" dirty="0"/>
              <a:t> were </a:t>
            </a:r>
            <a:r>
              <a:rPr lang="en-GB" b="1" dirty="0"/>
              <a:t>mixed</a:t>
            </a:r>
          </a:p>
          <a:p>
            <a:r>
              <a:rPr lang="en-GB" dirty="0"/>
              <a:t>Testing against LGBTQIA+ hate speech</a:t>
            </a:r>
          </a:p>
          <a:p>
            <a:pPr lvl="1"/>
            <a:r>
              <a:rPr lang="en-GB" b="1" dirty="0"/>
              <a:t>Recall = 0.49</a:t>
            </a:r>
            <a:r>
              <a:rPr lang="en-GB" dirty="0"/>
              <a:t>, half of all LGBTQIA+ hate speech was identified</a:t>
            </a:r>
          </a:p>
          <a:p>
            <a:pPr lvl="1"/>
            <a:r>
              <a:rPr lang="en-GB" b="1" dirty="0"/>
              <a:t>Precision = 0.92</a:t>
            </a:r>
            <a:r>
              <a:rPr lang="en-GB" dirty="0"/>
              <a:t>, </a:t>
            </a:r>
            <a:r>
              <a:rPr lang="en-GB" b="1" dirty="0"/>
              <a:t>when</a:t>
            </a:r>
            <a:r>
              <a:rPr lang="en-GB" dirty="0"/>
              <a:t> </a:t>
            </a:r>
            <a:r>
              <a:rPr lang="en-GB" b="1" dirty="0"/>
              <a:t>classified</a:t>
            </a:r>
            <a:r>
              <a:rPr lang="en-GB" dirty="0"/>
              <a:t> as LGBTQIA+ hate speech, it would </a:t>
            </a:r>
            <a:r>
              <a:rPr lang="en-GB" b="1" dirty="0"/>
              <a:t>likely be right</a:t>
            </a:r>
          </a:p>
          <a:p>
            <a:r>
              <a:rPr lang="en-GB" dirty="0"/>
              <a:t>What would I do differently?</a:t>
            </a:r>
          </a:p>
          <a:p>
            <a:pPr lvl="1"/>
            <a:r>
              <a:rPr lang="en-GB" b="1" dirty="0"/>
              <a:t>Machine learning </a:t>
            </a:r>
            <a:r>
              <a:rPr lang="en-GB" dirty="0"/>
              <a:t>approach</a:t>
            </a:r>
          </a:p>
          <a:p>
            <a:pPr lvl="1"/>
            <a:r>
              <a:rPr lang="en-GB" dirty="0"/>
              <a:t>I </a:t>
            </a:r>
            <a:r>
              <a:rPr lang="en-GB" b="1" dirty="0"/>
              <a:t>started</a:t>
            </a:r>
            <a:r>
              <a:rPr lang="en-GB" dirty="0"/>
              <a:t> the project </a:t>
            </a:r>
            <a:r>
              <a:rPr lang="en-GB" b="1" dirty="0"/>
              <a:t>before</a:t>
            </a:r>
            <a:r>
              <a:rPr lang="en-GB" dirty="0"/>
              <a:t> many of my </a:t>
            </a:r>
            <a:r>
              <a:rPr lang="en-GB" b="1" dirty="0"/>
              <a:t>AI-related modules</a:t>
            </a:r>
          </a:p>
          <a:p>
            <a:pPr lvl="1"/>
            <a:r>
              <a:rPr lang="en-GB" dirty="0"/>
              <a:t>I am a lot more </a:t>
            </a:r>
            <a:r>
              <a:rPr lang="en-GB" b="1" dirty="0"/>
              <a:t>confident</a:t>
            </a:r>
            <a:r>
              <a:rPr lang="en-GB" dirty="0"/>
              <a:t> in the topic</a:t>
            </a:r>
          </a:p>
        </p:txBody>
      </p:sp>
    </p:spTree>
    <p:extLst>
      <p:ext uri="{BB962C8B-B14F-4D97-AF65-F5344CB8AC3E}">
        <p14:creationId xmlns:p14="http://schemas.microsoft.com/office/powerpoint/2010/main" val="248587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7DAFB-9973-42DC-88E6-DA49A7B5E2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GB" dirty="0"/>
              <a:t>Questions?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42AFA2C-1D48-01CF-47F1-CB23D7F579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385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7688_TF89910445.potx" id="{D9737B0C-EFC4-4466-92C5-21E532AFBC51}" vid="{FC2B0102-5945-49CC-9426-4869AF9718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934CB3-A97C-40D1-8D7D-5211E1C57C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871927-9856-4138-B7A7-125C4AA7EF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4E3864-550F-4194-BC9D-CCA442A52D0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Banded design</Template>
  <TotalTime>0</TotalTime>
  <Words>504</Words>
  <Application>Microsoft Office PowerPoint</Application>
  <PresentationFormat>Widescreen</PresentationFormat>
  <Paragraphs>117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Corbel</vt:lpstr>
      <vt:lpstr>Wingdings</vt:lpstr>
      <vt:lpstr>Banded</vt:lpstr>
      <vt:lpstr>My Project</vt:lpstr>
      <vt:lpstr>Background</vt:lpstr>
      <vt:lpstr>Objectives</vt:lpstr>
      <vt:lpstr>Responsibilities</vt:lpstr>
      <vt:lpstr>Hate Speech Detection - Feasibility</vt:lpstr>
      <vt:lpstr>Hate Speech Detection - Approaches</vt:lpstr>
      <vt:lpstr>Machine Learning</vt:lpstr>
      <vt:lpstr>Lexicon-based Analysis</vt:lpstr>
      <vt:lpstr>Hate Speech Detection Approach</vt:lpstr>
      <vt:lpstr>Technologies</vt:lpstr>
      <vt:lpstr>Plan</vt:lpstr>
      <vt:lpstr>Plan</vt:lpstr>
      <vt:lpstr>Challenges and Skills Learnt</vt:lpstr>
      <vt:lpstr>Reflection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Benjamin Ward</dc:creator>
  <cp:lastModifiedBy>Benjamin Ward</cp:lastModifiedBy>
  <cp:revision>1</cp:revision>
  <dcterms:created xsi:type="dcterms:W3CDTF">2024-04-08T18:06:38Z</dcterms:created>
  <dcterms:modified xsi:type="dcterms:W3CDTF">2024-04-11T19:09:12Z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